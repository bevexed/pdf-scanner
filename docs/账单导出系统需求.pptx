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256" r:id="rId3"/>
    <p:sldId id="259" r:id="rId4"/>
    <p:sldId id="263" r:id="rId6"/>
    <p:sldId id="264" r:id="rId7"/>
    <p:sldId id="265" r:id="rId8"/>
    <p:sldId id="260" r:id="rId9"/>
    <p:sldId id="266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1396365" y="1830705"/>
            <a:ext cx="9373870" cy="350012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239010" y="2503805"/>
            <a:ext cx="3427730" cy="21532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2"/>
                </a:solidFill>
              </a:rPr>
              <a:t>导出杂费账单截图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216650" y="2503805"/>
            <a:ext cx="3427730" cy="21532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2"/>
                </a:solidFill>
              </a:rPr>
              <a:t>导出</a:t>
            </a:r>
            <a:r>
              <a:rPr lang="zh-CN" altLang="en-US" sz="2400">
                <a:solidFill>
                  <a:schemeClr val="tx2"/>
                </a:solidFill>
              </a:rPr>
              <a:t>关税账单截图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08375" y="1028700"/>
            <a:ext cx="5175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程序需要实现的两个主要</a:t>
            </a:r>
            <a:r>
              <a:rPr lang="zh-CN" altLang="en-US" sz="2800"/>
              <a:t>目标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导出杂费账单截图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9570" y="1086485"/>
            <a:ext cx="4440555" cy="593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官方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PDF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账单文件其中一页截图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  <p:sp>
        <p:nvSpPr>
          <p:cNvPr id="8" name="左箭头 7"/>
          <p:cNvSpPr/>
          <p:nvPr/>
        </p:nvSpPr>
        <p:spPr>
          <a:xfrm rot="10800000">
            <a:off x="5668645" y="1086485"/>
            <a:ext cx="411480" cy="364490"/>
          </a:xfrm>
          <a:prstGeom prst="leftArrow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95300" y="1859280"/>
            <a:ext cx="5716270" cy="434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其中一共有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5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票快递的运费明细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空运单号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AWB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分别是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870046004587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870046007586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870046056106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870046061697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870046064505。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endParaRPr lang="en-US" altLang="zh-CN" sz="2000">
              <a:solidFill>
                <a:schemeClr val="tx2"/>
              </a:solidFill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7810" y="341630"/>
            <a:ext cx="5148580" cy="635254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7553325" y="1034415"/>
            <a:ext cx="5168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553325" y="2172335"/>
            <a:ext cx="5168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535545" y="3371850"/>
            <a:ext cx="5168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553325" y="4571365"/>
            <a:ext cx="5168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35545" y="5709285"/>
            <a:ext cx="5168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导出杂费账单截图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5300" y="1859280"/>
            <a:ext cx="5175885" cy="3503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运费明细中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运费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折扣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燃油附加费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/Demand Surcharge,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都属于常规运费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；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而超范围派送费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A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等其他费用就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属于杂费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。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5610" y="-440055"/>
            <a:ext cx="6676390" cy="82378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746490" y="2580640"/>
            <a:ext cx="3284855" cy="120650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导出杂费账单截图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5300" y="1859280"/>
            <a:ext cx="5175885" cy="3503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功能实现目标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：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录入我们在程序中输入右边截图中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的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870046004587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870046007586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870046056106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870046061697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en-US" altLang="zh-CN" sz="2000">
                <a:solidFill>
                  <a:schemeClr val="tx2"/>
                </a:solidFill>
                <a:sym typeface="+mn-ea"/>
              </a:rPr>
              <a:t>870046064505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这五个运单号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系统能自动识别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870046007586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这个运单号有其他杂费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并导出下页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PPT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中展现的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截图图片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5610" y="-440055"/>
            <a:ext cx="6676390" cy="82378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746490" y="2580640"/>
            <a:ext cx="3284855" cy="120650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导出杂费账单截图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2140" y="802005"/>
            <a:ext cx="10899775" cy="1363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功能实现目标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：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系统自动识别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870046007586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这个运单号有其他杂费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并导出如下截图图片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并对发件人信息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运费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折扣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燃油附加费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/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合计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这些信息进行马赛克或模糊处理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。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而其他单号直接不出结果即可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或反馈“无杂费”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5" y="4688205"/>
            <a:ext cx="8333740" cy="19735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10" y="2221230"/>
            <a:ext cx="8315325" cy="1946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下箭头 7"/>
          <p:cNvSpPr/>
          <p:nvPr/>
        </p:nvSpPr>
        <p:spPr>
          <a:xfrm>
            <a:off x="5551805" y="4305300"/>
            <a:ext cx="340360" cy="2451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导出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关税账单截图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1145" y="928370"/>
            <a:ext cx="6609715" cy="54006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0590" y="1086485"/>
            <a:ext cx="4440555" cy="593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官方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PDF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账单文件其中一页截图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  <p:sp>
        <p:nvSpPr>
          <p:cNvPr id="8" name="左箭头 7"/>
          <p:cNvSpPr/>
          <p:nvPr/>
        </p:nvSpPr>
        <p:spPr>
          <a:xfrm rot="10800000">
            <a:off x="4843145" y="1086485"/>
            <a:ext cx="411480" cy="364490"/>
          </a:xfrm>
          <a:prstGeom prst="leftArrow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6260" y="2019300"/>
            <a:ext cx="4440555" cy="593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导出关税账单同理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假如我们输入了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10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个不同的运单号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系统自动识别出这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10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个单号中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只有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889317343950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这个单号在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PDF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账单文件中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那么就导出这个单号的关税明细截图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。</a:t>
            </a:r>
            <a:endParaRPr lang="en-US" altLang="zh-CN" sz="2000">
              <a:solidFill>
                <a:schemeClr val="tx2"/>
              </a:solidFill>
              <a:sym typeface="+mn-ea"/>
            </a:endParaRPr>
          </a:p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而其他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9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个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PDF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账单中没有的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就说明这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9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票没有关税账单产生</a:t>
            </a:r>
            <a:r>
              <a:rPr lang="en-US" altLang="zh-CN" sz="200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就不出结果或反馈“无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关税”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导出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关税账单截图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0590" y="1086485"/>
            <a:ext cx="9354820" cy="593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000">
                <a:solidFill>
                  <a:schemeClr val="tx2"/>
                </a:solidFill>
                <a:sym typeface="+mn-ea"/>
              </a:rPr>
              <a:t>关税账单的截图只要对寄件人信息进行马赛克或模糊处理</a:t>
            </a:r>
            <a:r>
              <a:rPr lang="zh-CN" altLang="en-US" sz="2000">
                <a:solidFill>
                  <a:schemeClr val="tx2"/>
                </a:solidFill>
                <a:sym typeface="+mn-ea"/>
              </a:rPr>
              <a:t>即可</a:t>
            </a:r>
            <a:endParaRPr lang="zh-CN" altLang="en-US" sz="2000">
              <a:solidFill>
                <a:schemeClr val="tx2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" y="1679575"/>
            <a:ext cx="10881360" cy="20059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4244975"/>
            <a:ext cx="10881360" cy="2000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下箭头 8"/>
          <p:cNvSpPr/>
          <p:nvPr/>
        </p:nvSpPr>
        <p:spPr>
          <a:xfrm>
            <a:off x="5892165" y="3842385"/>
            <a:ext cx="340360" cy="2451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780" y="2863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数据方案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疑问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9170" y="1799590"/>
            <a:ext cx="1023366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由于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PDF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账单有很多个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还分了很多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期</a:t>
            </a:r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  <a:p>
            <a:pPr algn="l"/>
            <a:endParaRPr lang="zh-CN" altLang="en-US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如果能把我们所有的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PDF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账单都丢入到系统里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不断积累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PDF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账单数据库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那我们只要输入要查询的单号即可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。</a:t>
            </a:r>
            <a:endParaRPr lang="en-US" altLang="zh-CN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  <a:p>
            <a:pPr algn="l"/>
            <a:endParaRPr lang="en-US" altLang="zh-CN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  <a:p>
            <a:pPr algn="l"/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如果这个非常复杂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我们人工对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PDF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账单进行合并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导入到系统里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再输入单号进行查询</a:t>
            </a:r>
            <a:r>
              <a:rPr lang="zh-CN" altLang="en-US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并导出截图</a:t>
            </a:r>
            <a:r>
              <a:rPr lang="en-US" altLang="zh-CN" sz="2400" b="1">
                <a:solidFill>
                  <a:schemeClr val="tx2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。</a:t>
            </a:r>
            <a:endParaRPr lang="en-US" altLang="zh-CN" sz="2400" b="1">
              <a:solidFill>
                <a:schemeClr val="tx2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WPS 表格</Application>
  <PresentationFormat>宽屏</PresentationFormat>
  <Paragraphs>68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郑郑郑郑郑郑郑郑</cp:lastModifiedBy>
  <cp:revision>166</cp:revision>
  <dcterms:created xsi:type="dcterms:W3CDTF">2026-06-01T06:49:07Z</dcterms:created>
  <dcterms:modified xsi:type="dcterms:W3CDTF">2026-06-01T06:49:07Z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0FC77D0B0807B5ED9E0C1D6A1EB26C5B_41</vt:lpwstr>
  </property>
</Properties>
</file>